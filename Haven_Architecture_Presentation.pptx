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Haven Chat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Production-Grade AI Moderated Chat Architecture</a:t>
            </a:r>
          </a:p>
          <a:p>
            <a:r>
              <a:t>Technical Analysis &amp;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Haven is designed to be a sanctuary from toxic internet interactions.</a:t>
            </a:r>
          </a:p>
          <a:p>
            <a:pPr lvl="1"/>
            <a:r>
              <a:t>Ephemeral Real-Time Messaging: Messages appear and expire dynamically.</a:t>
            </a:r>
          </a:p>
          <a:p>
            <a:pPr lvl="1"/>
            <a:r>
              <a:t>AI-Powered Moderation: Instantaneous filtering of harmful content.</a:t>
            </a:r>
          </a:p>
          <a:p>
            <a:pPr lvl="1"/>
            <a:r>
              <a:t>Privacy First: Secure authentication and row-level security.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platform is separated into distinct micro-services:</a:t>
            </a:r>
          </a:p>
          <a:p>
            <a:pPr lvl="1"/>
            <a:r>
              <a:t>Frontend: Next.js 16 (App Router), React 19, Tailwind CSS, shadcn/ui</a:t>
            </a:r>
          </a:p>
          <a:p>
            <a:pPr lvl="1"/>
            <a:r>
              <a:t>Database &amp; Auth: Supabase (PostgreSQL, Realtime WebSockets)</a:t>
            </a:r>
          </a:p>
          <a:p>
            <a:pPr lvl="1"/>
            <a:r>
              <a:t>ML Service: FastAPI (Python), Scikit-Learn, Google Gemini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Hybrid AI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multi-stage decision-fusion engine optimizes cost and speed.</a:t>
            </a:r>
          </a:p>
          <a:p>
            <a:pPr lvl="1"/>
            <a:r>
              <a:t>Stage 1 (Local): TF-IDF + Logistic Regression evaluates input natively (&lt;50ms).</a:t>
            </a:r>
          </a:p>
          <a:p>
            <a:pPr lvl="1"/>
            <a:r>
              <a:t>Stage 2 (Fallback): If probability is severely borderline (0.45 - 0.85), Gemini evaluates context.</a:t>
            </a:r>
          </a:p>
          <a:p>
            <a:pPr lvl="1"/>
            <a:r>
              <a:t>Stage 3 (Bypass): Whitelists instantly approve gaming terms (e.g. 'kill the process').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False-Positive Reduction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Ensuring safe messages aren't accidentally trapped.</a:t>
            </a:r>
          </a:p>
          <a:p>
            <a:pPr lvl="1"/>
            <a:r>
              <a:t>Multilingual Awareness: Model handles Hinglish slurs ('chutiya', 'pagal') securely.</a:t>
            </a:r>
          </a:p>
          <a:p>
            <a:pPr lvl="1"/>
            <a:r>
              <a:t>Context Injection: Gemini analyzes the last 5 chat messages, not just isolated sentences.</a:t>
            </a:r>
          </a:p>
          <a:p>
            <a:pPr lvl="1"/>
            <a:r>
              <a:t>Safety Net: If Gemini's API fails, it structurally defaults to a safe hard-block.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Modern infrastructure handles the asynchronous data.</a:t>
            </a:r>
          </a:p>
          <a:p>
            <a:pPr lvl="1"/>
            <a:r>
              <a:t>Clients post strictly to the ML endpoint before database insertion.</a:t>
            </a:r>
          </a:p>
          <a:p>
            <a:pPr lvl="1"/>
            <a:r>
              <a:t>Supabase Row-Level-Security (RLS) policies prevent unauthorized reads/writes.</a:t>
            </a:r>
          </a:p>
          <a:p>
            <a:pPr lvl="1"/>
            <a:r>
              <a:t>Optimistic UI rendering mimics FAANG-level latency for end-users.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